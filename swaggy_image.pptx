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57F4-11E2-C56C-55E0-16F0E3A82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D4F25-D3B2-6C70-71E4-80AE69632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3C92A-64C7-BBAF-7153-C25C0A370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95DFB-2270-092F-31E7-22B18488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4A618-A123-785A-C84D-ECA6B85B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23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2241-85D0-743C-6CDE-F5553A70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463C-9801-8755-6079-33F752F81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53D69-0692-43C4-148E-285CD302B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60EA3-BF88-0C8C-2E43-251AD7B1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E3D86-1483-F2C3-722B-7F6A102F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3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5177-88D4-2F1C-6065-7B0A3C36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B19A2-0892-BB3B-DC4D-A57757A8D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75D73-B6B3-3A85-A774-09051609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34767-A622-50AC-5A8F-DDF722F65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71819-37AE-0B84-5715-8AC9A814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2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FFD1-7B35-024E-8903-370D0861D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50FC4-DCD8-F48F-6C32-9D30948D5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D8B0B-3B52-578E-861E-FCB1CF294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8C8B0-59BD-B775-4A63-3514061A5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980CD-859F-796E-AA02-DC5437AF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3D944-CD84-8124-F304-A2C85B9D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84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FEAD-E1EB-33FB-682C-64B4F8722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F234-F967-66A2-E8DE-D21365D9E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B9A2B-FE44-42A1-10D8-1A96BB9E7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FF8A12-6771-8DDC-E71B-E0E4775E9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BCB3F-E304-C573-9313-0258964C1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532BA-4B3D-451D-04BF-A76FCC5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39FC1-ACFF-FDEE-DB2F-9AF2C648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A0A65-9D27-F693-50C1-9CBED19A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04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39F7-7B16-B8CE-CC17-00B92504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F6599-8203-C350-0AA6-20CC583C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E9037-0E11-FC94-2963-FBA77F4A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8EFDA-E3AF-7C81-CBBD-FDCD3AE1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5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98E24-089D-5126-4408-28AABEF1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15D72-1944-4D9A-637F-27FE85C4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34D58-F379-C019-698A-40C5C3E6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860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F4E4-2870-1779-88A9-8384107C4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B969-164E-7DEB-ED69-60E37FB9A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86F1B-DF37-73A5-68F2-9F18AC421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7AD75-4C51-DA23-B76B-4331CAA0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969D8-7187-4586-317E-186BCBA6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FBBAC-D1C9-25C8-448B-CAE3D74D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88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F8A8-FD68-8B55-DCE5-232DE4CD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96729-C51B-5AEB-F4B7-A430B2EF8EB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C237C-C752-BA3A-796E-53CEF1978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C7EBE-1FEF-9601-5E4D-DD168816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DE79-5ACA-31AB-21DD-19176A69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B1F6F-D1BC-1A77-0A57-F9FA9A4D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040-5A99-4C07-6E5B-DC2F69F9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368EB-A009-2C5F-07E5-4BFFB52C5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26A8B-8464-2A59-DD9E-AF999BA8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3B608-A580-5D0E-DD79-525DBC0E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D0ED-0C30-34B1-868F-2B952D6F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75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1ECB08-5333-1731-B957-76BE2933F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15287-3261-CA1B-8D8A-632ED9A28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7A4F-4928-AE14-478E-DEEC2EB29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675D8-1FC9-83BE-CE5A-424174FA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44FB8-741D-C73A-E4FC-493130D4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30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0BA1D-3C14-B8AA-B74D-D0290459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3AE71-1AC5-4EC6-AC97-CDB0D9870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4D0EA-D476-0102-A815-5A7D920BD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733F0-B14A-4E71-93D5-9458BA8668D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3531-E098-45D1-E8F5-090931F7B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5D837-ECA8-411D-242D-34F479C02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E9291-5954-4CE0-96D5-9401E1B00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36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444C-6C26-7CF0-D3CE-CDBFA736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1B21-A7DA-587C-800F-254B482B8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BD067-1E8C-6129-9C1C-1DC81BB6F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1768F-9F7A-0FC2-EC66-B4D84519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37" y="578873"/>
            <a:ext cx="10226926" cy="5700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346FB7-EAA1-AA15-189E-D4C541A7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37" y="603564"/>
            <a:ext cx="10226926" cy="5700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912B2E-5345-9C5D-45DC-9FE1C7C52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37" y="603564"/>
            <a:ext cx="10226926" cy="57002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4CDCEB-210A-1555-DCCA-69B1679EF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37" y="591219"/>
            <a:ext cx="10226926" cy="57002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5E8686-7F0D-A0B7-5D4B-79A034682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37" y="566527"/>
            <a:ext cx="10226926" cy="57002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784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Anuja Waghmare</dc:creator>
  <cp:lastModifiedBy>Anuja Waghmare</cp:lastModifiedBy>
  <cp:revision>1</cp:revision>
  <dcterms:created xsi:type="dcterms:W3CDTF">2026-10-24T18:58:00Z</dcterms:created>
  <dcterms:modified xsi:type="dcterms:W3CDTF">2026-10-24T19:07:52Z</dcterms:modified>
</cp:coreProperties>
</file>